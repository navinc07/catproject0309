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367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FD4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· AI IMMERSION · PROJECT C28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False-Positive Reduction Assistant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University Security Operations Center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2926080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Phase 1 Completion (Target: 35%)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Analysts drown in repetitive false positives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network — students, guests, labs, and admin systems — generates thousands of security alerts a day. Most are noise. Real threats get buried.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766560" cy="3566160"/>
          </a:xfrm>
          <a:prstGeom prst="roundRect">
            <a:avLst>
              <a:gd name="adj" fmla="val 3077"/>
            </a:avLst>
          </a:prstGeom>
          <a:solidFill>
            <a:srgbClr val="0B1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Capacity Math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false-positive alerts / day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7530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6 minutes to triage each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233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30 analyst-hours / day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3525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purely on noise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800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analysts × 8 hrs = 24 hrs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2978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team capacity / 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5623560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1B3358"/>
          </a:solidFill>
          <a:ln w="12700">
            <a:solidFill>
              <a:srgbClr val="2FD4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43000" y="562356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load alone exceeds team capacity by 125%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35240" y="2514600"/>
            <a:ext cx="502920" cy="50292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63524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80720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hours burned on noise instead of real investigation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35240" y="3721608"/>
            <a:ext cx="502920" cy="50292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6352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6941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014216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incidents wait behind a queue of false alarms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35240" y="4928616"/>
            <a:ext cx="502920" cy="50292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635240" y="4910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49011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522122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causes real threats to be dismissed as "more noise"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can't just auto-close what looks familiar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1440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4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47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hide inside the noise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deliberately blend into traffic patterns that already look routine — a technique called “living off the land.” A DNS-tunnelling attack can look almost identical to the DNS noise guest Wi-Fi produces 200 times a day.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470916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914400" y="416052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naive automation — “suppress anything similar to a past false positive” — is exactly what an attacker would exploit.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76672" cy="4297680"/>
          </a:xfrm>
          <a:prstGeom prst="roundRect">
            <a:avLst>
              <a:gd name="adj" fmla="val 2553"/>
            </a:avLst>
          </a:prstGeom>
          <a:solidFill>
            <a:srgbClr val="0B1E3F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29400" y="1920240"/>
            <a:ext cx="548640" cy="54864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62940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04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1947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controlled miss-rate ceiling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606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false positive removed trades against a small chance of missing a real one. This is not a side effect — it must be a number the SOC Lead sets and controls on purpose.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361188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858000" y="37307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ceiling for this project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9684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2% missed incidents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7548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too aggressively, the assistant “learns” to suppress rare real attacks along with the noise they resemble — this is the exact failure mode Phase 1 tests are built to catch.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WORKFLOW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network zones, four different noise profiles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2FD4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947672"/>
            <a:ext cx="2606040" cy="246888"/>
          </a:xfrm>
          <a:prstGeom prst="rect">
            <a:avLst/>
          </a:prstGeom>
          <a:solidFill>
            <a:srgbClr val="2FD4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Wi-Fi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40487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2432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 / day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1089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284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13232" y="3904488"/>
            <a:ext cx="2276856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13232" y="3995928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NOISE SOURCE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21538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churn, DNS storms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10712" y="16916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10712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410712" y="1947672"/>
            <a:ext cx="2606040" cy="246888"/>
          </a:xfrm>
          <a:prstGeom prst="rect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3547872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75304" y="240487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575304" y="262432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~150 / day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3575304" y="31089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575304" y="33284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3575304" y="3904488"/>
            <a:ext cx="2276856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575304" y="3995928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NOISE SOURCE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575304" y="421538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traffic, scan exercises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72784" y="16916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272784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272784" y="1947672"/>
            <a:ext cx="2606040" cy="246888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09944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37376" y="240487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437376" y="262432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/ day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6437376" y="31089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437376" y="33284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6437376" y="3904488"/>
            <a:ext cx="2276856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6437376" y="3995928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NOISE SOURCE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437376" y="421538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scanners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134856" y="16916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134856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9134856" y="1947672"/>
            <a:ext cx="2606040" cy="246888"/>
          </a:xfrm>
          <a:prstGeom prst="rect">
            <a:avLst/>
          </a:prstGeom>
          <a:solidFill>
            <a:srgbClr val="0B1E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9272016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Systems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299448" y="240487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299448" y="262432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 / day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9299448" y="31089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299448" y="33284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9299448" y="3904488"/>
            <a:ext cx="2276856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9299448" y="3995928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NOISE SOURCE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9299448" y="421538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high fidelity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gets its own evidence baseline — the assistant compares an alert only against history from the same segment and alert type, never a single network-wide average.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WORKFLOW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assistant sits in the analyst's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21792" y="169164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70632" y="16916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843784" y="169164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(endpoint ctx)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36592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92624" y="16916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065776" y="169164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958584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14616" y="16916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287768" y="169164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36608" y="16916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509760" y="169164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670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confirmed incident → feeds back into training data for Phase 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04672" y="350215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04672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502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Analyst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0690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Triages incoming alerts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assistant recommendation + evidence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or overrides — override reason required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2461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0B1E3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28232" y="3502152"/>
            <a:ext cx="457200" cy="457200"/>
          </a:xfrm>
          <a:prstGeom prst="ellipse">
            <a:avLst/>
          </a:prstGeom>
          <a:solidFill>
            <a:srgbClr val="2FD4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428232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502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Lead (L2)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0690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override patterns across the team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configurable rule thresholds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high-impact automated actions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DF3E4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77724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FAILURE BRANCHES MAPPED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Missing context · F2 Conflicting history · F3 Novel threat resembles noise · F4 Unsafe config attempt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 synthetic dataset, generated on purpose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linked datasets, ~12,600 rows each, one fixed random seed (42) for full reproducibility.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2121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alerts.csv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140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Segment, type, severity, IPs, score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121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12,608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5054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594360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analyst_decisions.csv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27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Disposition, time spent, override reason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12,618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32186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3456432"/>
            <a:ext cx="594360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3547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endpoint_context.csv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type, patch status, vuln count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3547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12,608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931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4169664"/>
            <a:ext cx="594360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22960" y="4261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incident_labels.csv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53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incident, category, confirmer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2611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12,608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4645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69480" y="1920240"/>
            <a:ext cx="4370832" cy="3063240"/>
          </a:xfrm>
          <a:prstGeom prst="roundRect">
            <a:avLst>
              <a:gd name="adj" fmla="val 2985"/>
            </a:avLst>
          </a:prstGeom>
          <a:solidFill>
            <a:srgbClr val="0B1E3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54380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ON PURPOSE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repetitive FP clusters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27249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exhaustion, DNS flood, port scan — up to 100% dispositioned as false positive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43800" y="3401568"/>
            <a:ext cx="3840480" cy="0"/>
          </a:xfrm>
          <a:prstGeom prst="line">
            <a:avLst/>
          </a:prstGeom>
          <a:noFill/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7543800" y="3547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disguised real threat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384962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DNS pattern as the noisy cluster, but from an unmanaged, unpatched device talking to an external IP — confirmed dns_tunnelling incident.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critical test: the assistant must NOT suppress it.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MEASUREMENT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“before” number every future gain is measured against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2A52"/>
          </a:solidFill>
          <a:ln w="12700">
            <a:solidFill>
              <a:srgbClr val="2337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12,608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in 30 days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2A52"/>
          </a:solidFill>
          <a:ln w="12700">
            <a:solidFill>
              <a:srgbClr val="2337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547872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67.8%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2A52"/>
          </a:solidFill>
          <a:ln w="12700">
            <a:solidFill>
              <a:srgbClr val="2337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09944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1,933.8 h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analyst hours spent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2A52"/>
          </a:solidFill>
          <a:ln w="12700">
            <a:solidFill>
              <a:srgbClr val="2337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9272016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946 h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burned on false positives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(48.9% of all analyst time)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3,027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902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real incidents (24%)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567.6 h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45902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savings @ 60% automation efficiency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3.31 FTE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5902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hours saved / week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64240" cy="0"/>
          </a:xfrm>
          <a:prstGeom prst="line">
            <a:avLst/>
          </a:prstGeom>
          <a:noFill/>
          <a:ln w="12700">
            <a:solidFill>
              <a:srgbClr val="2337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come from baseline/compute_baseline.py, run against the synthetic dataset — this is the exact denominator Phase 2's before/after experiment will compare against.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rule-based engine — explainable by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intentionally ships a rule-based recommender, not a black-box model. Every output is traceable to real evidence. This is the baseline the Phase 2 learned model must beat.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" cy="338328"/>
          </a:xfrm>
          <a:prstGeom prst="rect">
            <a:avLst/>
          </a:prstGeom>
          <a:solidFill>
            <a:srgbClr val="5B64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13232" y="19659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not found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9456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path — handled, not crashed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54864" cy="338328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13232" y="24505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Missing endpoint context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6791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INSUFFICIENT_EVIDENCE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80944"/>
            <a:ext cx="54864" cy="338328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13232" y="293522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F2: Conflicting history (FP + TP)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16382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CONFLICTING_EVIDENCE, escalate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54864" cy="338328"/>
          </a:xfrm>
          <a:prstGeom prst="rect">
            <a:avLst/>
          </a:prstGeom>
          <a:solidFill>
            <a:srgbClr val="C1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13232" y="34198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F3: Matches FP pattern + anomaly signal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64845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ANOMALY_SIGNAL_DETECTED, do not suppress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54864" cy="338328"/>
          </a:xfrm>
          <a:prstGeom prst="rect">
            <a:avLst/>
          </a:prstGeom>
          <a:solidFill>
            <a:srgbClr val="5B64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382512" y="19659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minimum evidence count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219456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INSUFFICIENT_EVIDENCE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496312"/>
            <a:ext cx="54864" cy="338328"/>
          </a:xfrm>
          <a:prstGeom prst="rect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382512" y="24505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rate ≥ 80%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26791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SUGGEST_FALSE_POSITIVE (confidence tiered)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2980944"/>
            <a:ext cx="54864" cy="338328"/>
          </a:xfrm>
          <a:prstGeom prst="rect">
            <a:avLst/>
          </a:prstGeom>
          <a:solidFill>
            <a:srgbClr val="0B1E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382512" y="293522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rate ≥ 50%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16382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SUGGEST_TRUE_POSITIVE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465576"/>
            <a:ext cx="54864" cy="338328"/>
          </a:xfrm>
          <a:prstGeom prst="rect">
            <a:avLst/>
          </a:prstGeom>
          <a:solidFill>
            <a:srgbClr val="5B64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382512" y="34198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364845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ESCALATE to analyst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11064240" cy="2057400"/>
          </a:xfrm>
          <a:prstGeom prst="roundRect">
            <a:avLst>
              <a:gd name="adj" fmla="val 4444"/>
            </a:avLst>
          </a:prstGeom>
          <a:solidFill>
            <a:srgbClr val="0B1E3F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2296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INCLUDES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453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“12 of the last 15 DNS_FLOOD / guest alerts were false positive (80.0%)”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evidence summary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evidence detail (JSON)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anomaly flags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requires_human_confirmation = always True for high-impact actions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rules — with hard safety limits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343400"/>
          </a:xfrm>
          <a:prstGeom prst="roundRect">
            <a:avLst>
              <a:gd name="adj" fmla="val 2105"/>
            </a:avLst>
          </a:prstGeom>
          <a:solidFill>
            <a:srgbClr val="0B1E3F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D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config/rules.yaml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min_evidence_count: 10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min_fp_rate_for_suggestion: 0.80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high_confidence_fp_threshold: 0.90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lookback_window: 100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conflict_threshold: 2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auto_suggest_threshold: 0.92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max_allowed_miss_rate: 0.02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by the SOC Lead — zero code changes required.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645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guardrails (cannot be overridden by config)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2331720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FDF3E4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83680" y="253288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5836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7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468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floor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7889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auto_suggest_threshold cannot be set below 0.60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3474720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FDF3E4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583680" y="367588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5836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7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611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Miss-rate ceiling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9319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max_allowed_miss_rate cannot be set above 0.10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709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505663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misconfigured or overly-trusting setting can never fully disable human review or exceed the safe missed-incident ceiling — protecting the SOC even if the config file itself is set carelessly.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running system, not a notebook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CSVs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6916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47472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50,442 rows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6916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0B1E3F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26364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endpoint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16916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1540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05256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Auth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vs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Lead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11064240" cy="365760"/>
          </a:xfrm>
          <a:prstGeom prst="roundRect">
            <a:avLst/>
          </a:prstGeom>
          <a:solidFill>
            <a:srgbClr val="0B1E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7724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/alerts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4069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SOC Lead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069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filter alerts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453128"/>
            <a:ext cx="110642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77240" y="44531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/alerts/{id}/recommend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44531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SOC Lead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44531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+ evidence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837176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777240" y="48371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/alerts/{id}/disposition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48371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SOC Lead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0" y="48371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decision (override reason enforced)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221224"/>
            <a:ext cx="110642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777240" y="52212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PUT /config/rules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52212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Lead only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0" y="52212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update thresholds at runtime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605272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777240" y="5605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/roles/{role}/view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029200" y="5605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315200" y="5605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dashboard vs SOC Lead audit view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FAILURE-STATE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tested for what goes wrong — not just what goes right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" y="18928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8745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endpoint context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0487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 — returns “insufficient evidence,” API responds 200 not 500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322783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572000" y="3227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passed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64808" y="189280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64808" y="18928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59752" y="18745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analyst history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40487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detected → never auto-suggests false positive; clean cluster still works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287000" y="322783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10287000" y="3227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 passed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49808" y="40873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49808" y="40873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44752" y="40690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threat masquerading as noise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59943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suggests FP; flags ANOMALY_SIGNAL_DETECTED; confidence forced LOW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542239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572000" y="54223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passed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38862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64808" y="40873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464808" y="40873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59752" y="40690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/ unsafe config attempt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459943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&amp; ceiling clamp automatically; override reason enforced (422); L1 blocked from config (403)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287000" y="542239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10287000" y="54223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passed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D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 failure-case tests passing — pytest tests/test_failure_cases.py -v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done vs. 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F0FAF6"/>
          </a:solidFill>
          <a:ln w="12700">
            <a:solidFill>
              <a:srgbClr val="BFE8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B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COMPLETE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274320" cy="274320"/>
          </a:xfrm>
          <a:prstGeom prst="ellipse">
            <a:avLst/>
          </a:prstGeom>
          <a:solidFill>
            <a:srgbClr val="1B7A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396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 with quantified cost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660904"/>
            <a:ext cx="274320" cy="274320"/>
          </a:xfrm>
          <a:prstGeom prst="ellipse">
            <a:avLst/>
          </a:prstGeom>
          <a:solidFill>
            <a:srgbClr val="1B7A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68680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6060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workflow map (4 segments, 2 roles)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127248"/>
            <a:ext cx="274320" cy="274320"/>
          </a:xfrm>
          <a:prstGeom prst="ellipse">
            <a:avLst/>
          </a:prstGeom>
          <a:solidFill>
            <a:srgbClr val="1B7A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6868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0723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(4 files, ~50K rows)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3593592"/>
            <a:ext cx="274320" cy="274320"/>
          </a:xfrm>
          <a:prstGeom prst="ellipse">
            <a:avLst/>
          </a:prstGeom>
          <a:solidFill>
            <a:srgbClr val="1B7A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68680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387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“before” report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059936"/>
            <a:ext cx="274320" cy="274320"/>
          </a:xfrm>
          <a:prstGeom prst="ellipse">
            <a:avLst/>
          </a:prstGeom>
          <a:solidFill>
            <a:srgbClr val="1B7A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6868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0050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recommendation engine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526280"/>
            <a:ext cx="274320" cy="274320"/>
          </a:xfrm>
          <a:prstGeom prst="ellipse">
            <a:avLst/>
          </a:prstGeom>
          <a:solidFill>
            <a:srgbClr val="1B7A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868680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4714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 + safety guardrails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4992624"/>
            <a:ext cx="274320" cy="274320"/>
          </a:xfrm>
          <a:prstGeom prst="ellipse">
            <a:avLst/>
          </a:prstGeom>
          <a:solidFill>
            <a:srgbClr val="1B7A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68680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9377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FastAPI backend + database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68680" y="5458968"/>
            <a:ext cx="274320" cy="274320"/>
          </a:xfrm>
          <a:prstGeom prst="ellipse">
            <a:avLst/>
          </a:prstGeom>
          <a:solidFill>
            <a:srgbClr val="1B7A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8686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54041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failure cases, 13/13 tests passing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72200" y="1600200"/>
            <a:ext cx="5468112" cy="4434840"/>
          </a:xfrm>
          <a:prstGeom prst="roundRect">
            <a:avLst>
              <a:gd name="adj" fmla="val 2474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&amp; 3 — NEXT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26060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learned model on collected analyst decisions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before/after experiment at a controlled 2% miss-rate ceiling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precision/recall results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42976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/ mentor validation of the working system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3-minute demo video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final evaluation report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FD4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system — not a concept slide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runs end-to-end today: generate data → load into database → compute baseline → serve recommendations via API → pass 13/13 failure-case tests.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False-Positive Reduction Assistant · Review 1 · Navi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1633</Words>
  <Application>Microsoft Office PowerPoint</Application>
  <PresentationFormat>Widescreen</PresentationFormat>
  <Paragraphs>308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vishnu vishnu</cp:lastModifiedBy>
  <cp:revision>2</cp:revision>
  <dcterms:created xsi:type="dcterms:W3CDTF">2026-09-03T09:55:08Z</dcterms:created>
  <dcterms:modified xsi:type="dcterms:W3CDTF">2026-09-03T10:10:07Z</dcterms:modified>
</cp:coreProperties>
</file>